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a3c16b09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a3c16b09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a3c16b09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a3c16b09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a3c16b0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aa3c16b0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a3c16b09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a3c16b09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a3c16b09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aa3c16b09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a3c16b09_1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aa3c16b09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5762ff8eb33fa76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5762ff8eb33fa76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762ff8eb33fa7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5762ff8eb33fa7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a3c16b09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a3c16b09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1708150" y="420687"/>
            <a:ext cx="91916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sp>
        <p:nvSpPr>
          <p:cNvPr id="104" name="Google Shape;104;p14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i="0" lang="en-US" sz="1600" u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-15875" y="-12858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261725" y="269875"/>
            <a:ext cx="914400" cy="5508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37150" y="1592225"/>
            <a:ext cx="11932800" cy="4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Flight Booking Management</a:t>
            </a:r>
            <a:r>
              <a:rPr lang="en-US" sz="4000"/>
              <a:t> </a:t>
            </a: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&amp; Analytics Portal for Airline &amp; Airport</a:t>
            </a:r>
            <a:endParaRPr b="1" sz="3200">
              <a:solidFill>
                <a:srgbClr val="548235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Team Members Details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/>
              <a:t>L. Sainath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2520090148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/>
              <a:t>M Naman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252009094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/>
              <a:t>M.abhi sai sagar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</a:t>
            </a:r>
            <a:r>
              <a:rPr b="1" lang="en-US"/>
              <a:t>2520090173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 Year B.Tech-I Semester – CS</a:t>
            </a:r>
            <a:r>
              <a:rPr lang="en-US"/>
              <a:t>&amp;IT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Dr.M Gayatri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Professor 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337" y="595312"/>
            <a:ext cx="8805862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838200" y="330200"/>
            <a:ext cx="10515600" cy="568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b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776287" y="898525"/>
            <a:ext cx="1040606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300" y="0"/>
            <a:ext cx="90170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-15875" y="-10953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1261725" y="269875"/>
            <a:ext cx="914400" cy="723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375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838200" y="482600"/>
            <a:ext cx="10515600" cy="598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838200" y="1081087"/>
            <a:ext cx="10515600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The project is a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database-driven web application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for managing airline and airport operations.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manages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passengers, flights, bookings, baggage, check-in, and notifications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Passengers can search for flights, create bookings, manage their reservations, and complete check-in.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Administrators and airline staff can manage flight and passenger information through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role-based access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 centralized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MySQL database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maintains consistent and organized records.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Analytics Dashboard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provides useful insights into bookings, passengers, and flight operations.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457200"/>
            <a:ext cx="10515600" cy="649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838200" y="1106487"/>
            <a:ext cx="10515600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Problem Background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Airline operations involve large amounts of interconnected data such as: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Passenger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Flight schedules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details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Baggage records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Check-in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Airport operations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Managing these records manually or through disconnected systems can lead to: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 duplication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Difficulty in retrieving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management issues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Poor tracking of operational activities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Limited reporting and analytics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Our project provides one integrated system to solve these problems.</a:t>
            </a:r>
            <a:endParaRPr sz="3300"/>
          </a:p>
        </p:txBody>
      </p:sp>
      <p:sp>
        <p:nvSpPr>
          <p:cNvPr id="137" name="Google Shape;137;p17"/>
          <p:cNvSpPr txBox="1"/>
          <p:nvPr/>
        </p:nvSpPr>
        <p:spPr>
          <a:xfrm>
            <a:off x="9321800" y="6280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Existing Approach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Traditional/basic airline booking systems may have separate processes for: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Passenger registration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Flight search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Ticket booking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Check-in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Reporting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Limitations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Information may be distributed across different systems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Difficult to track the complete booking lifecycle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analytics and reporting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Manual management can cause errors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activity tracking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Inefficient retrieval of operational information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Main drawback: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Lack of an integrated platform connecting booking, passenger, flight, baggage, check-in, and analytics data.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Our proposed system integrates all major airline booking operations into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single database-driven portal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Key Features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Passenger Registration &amp; Role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Search &amp; Filtering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Booking &amp; Booking Lifecycle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Check-In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Notifications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Audit Logs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Analytics Dashboard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JWT-based Authentication &amp; Role-Based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Advantages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Centralized data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Reduced data redundancy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Faster information retrieval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Better data consistency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Secure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Improved reporting and analytics</a:t>
            </a:r>
            <a:endParaRPr sz="3600"/>
          </a:p>
        </p:txBody>
      </p:sp>
      <p:sp>
        <p:nvSpPr>
          <p:cNvPr id="155" name="Google Shape;155;p19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User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React.js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Node.js + Express.js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Sequelize ORM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MySQL Database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Analytics – Chart.js </a:t>
            </a:r>
            <a:endParaRPr b="1" sz="4000"/>
          </a:p>
        </p:txBody>
      </p:sp>
      <p:sp>
        <p:nvSpPr>
          <p:cNvPr id="164" name="Google Shape;164;p20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 system should allow: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User registration and login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Role-based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searching and filtering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booking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Booking modification/cancellation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Passenger information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Check-in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Notifications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Audit logging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Analytics and report generation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Security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authenticated and authorized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consistent database operations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fast search and retrieval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ability to handle increasing records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Usability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simple and user-friendly interface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 Integrity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accurate and consistent database records</a:t>
            </a:r>
            <a:endParaRPr sz="3400"/>
          </a:p>
        </p:txBody>
      </p:sp>
      <p:sp>
        <p:nvSpPr>
          <p:cNvPr id="173" name="Google Shape;173;p21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Passenger → Booking → Flight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Payment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Baggage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Check-in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Role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Audit Log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</a:t>
            </a:r>
            <a:endParaRPr sz="4700"/>
          </a:p>
        </p:txBody>
      </p:sp>
      <p:sp>
        <p:nvSpPr>
          <p:cNvPr id="182" name="Google Shape;182;p22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Dashboards</a:t>
            </a:r>
            <a:r>
              <a:rPr lang="en-US"/>
              <a:t> 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/>
              <a:t>The system can generate visual reports such as: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Total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Confirmed / cancelled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Passenger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Most booked flights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Booking trends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Flight-wise booking distribution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Baggage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Check-in statistics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91" name="Google Shape;191;p23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r>
              <a:rPr lang="en-US"/>
              <a:t> 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200" name="Google Shape;200;p24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06475"/>
            <a:ext cx="12192002" cy="537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Analysis &amp; Synthesis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Critical Analysis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The initial system provided core flight searching and booking functionality but had limited flight coverage, basic seat selection, limited admin analytics and demo-only payment. The enhanced SkyBook system improves scalability and usability through a larger flight database, smart search, live seat availability, customer booking management and analytical dashboards.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Synthesis: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User Interface (UI):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frontend application where users interact with the system.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Smart Flight Search: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specific feature or module within the UI where users input parameters to search for flights.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REST API: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communication layer that transmits the user's search requests from the frontend to the backend server.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Node.js + Express: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backend application server framework that receives the API requests and handles business logic.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MySQL Database: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relational database management system where persistent data is stored.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Flight / User / Booking Data: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actual data entities and records structured inside the MySQL database tables.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Customer Portal + Admin Analytics: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final dashboards or views powered by this data, serving both the end-user (booking history) and administrators (business analytics).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/>
          </a:p>
        </p:txBody>
      </p:sp>
      <p:sp>
        <p:nvSpPr>
          <p:cNvPr id="210" name="Google Shape;210;p25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736725" y="6731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proposed system provides an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integrated platform for airline and airport operations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manages the complete flight booking lifecycle from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flight search to check-in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centralized MySQL database improves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 consistency, integrity, and accessibility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Role-based access improves system security.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Analytics and reporting help administrators understand operational and booking trends.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project demonstrates practical applications of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DBMS concepts, backend development, authentication, and data visualization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26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